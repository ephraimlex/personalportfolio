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04ef6bb688401d" /><Relationship Type="http://schemas.openxmlformats.org/officeDocument/2006/relationships/extended-properties" Target="/docProps/app.xml" Id="R671ea1b2e2224c9c" /><Relationship Type="http://schemas.openxmlformats.org/officeDocument/2006/relationships/officeDocument" Target="/ppt/presentation.xml" Id="Raecbda8943ef4d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344048fb64465"/>
  </p:sldMasterIdLst>
  <p:notesMasterIdLst>
    <p:notesMasterId xmlns:r="http://schemas.openxmlformats.org/officeDocument/2006/relationships" r:id="R5843557492e84386"/>
  </p:notesMasterIdLst>
  <p:sldIdLst>
    <p:sldId xmlns:r="http://schemas.openxmlformats.org/officeDocument/2006/relationships" id="256" r:id="R2532c031f19e43c7"/>
    <p:sldId xmlns:r="http://schemas.openxmlformats.org/officeDocument/2006/relationships" id="257" r:id="R591eded411ed4de0"/>
    <p:sldId xmlns:r="http://schemas.openxmlformats.org/officeDocument/2006/relationships" id="258" r:id="R6b12a905ef4943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f7771458524a33" /><Relationship Type="http://schemas.openxmlformats.org/officeDocument/2006/relationships/slideMaster" Target="/ppt/slideMasters/slideMaster1.xml" Id="R923344048fb64465" /><Relationship Type="http://schemas.openxmlformats.org/officeDocument/2006/relationships/notesMaster" Target="/ppt/notesMasters/notesMaster1.xml" Id="R5843557492e84386" /><Relationship Type="http://schemas.openxmlformats.org/officeDocument/2006/relationships/presProps" Target="/ppt/presProps.xml" Id="R7932c4f32a624b79" /><Relationship Type="http://schemas.openxmlformats.org/officeDocument/2006/relationships/tableStyles" Target="/ppt/tableStyles.xml" Id="Rbcc8efad31b14977" /><Relationship Type="http://schemas.openxmlformats.org/officeDocument/2006/relationships/slide" Target="/ppt/slides/slide1.xml" Id="R2532c031f19e43c7" /><Relationship Type="http://schemas.openxmlformats.org/officeDocument/2006/relationships/slide" Target="/ppt/slides/slide2.xml" Id="R591eded411ed4de0" /><Relationship Type="http://schemas.openxmlformats.org/officeDocument/2006/relationships/slide" Target="/ppt/slides/slide3.xml" Id="R6b12a905ef4943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998a8f8adc44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ea4519a34a4332" /><Relationship Type="http://schemas.openxmlformats.org/officeDocument/2006/relationships/notesMaster" Target="/ppt/notesMasters/notesMaster1.xml" Id="Raddf851db74f46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ffa027051440ee" /><Relationship Type="http://schemas.openxmlformats.org/officeDocument/2006/relationships/notesMaster" Target="/ppt/notesMasters/notesMaster1.xml" Id="R499fe14b0cfc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5d00dfb4f941f5" /><Relationship Type="http://schemas.openxmlformats.org/officeDocument/2006/relationships/notesMaster" Target="/ppt/notesMasters/notesMaster1.xml" Id="R05bc57841c8d4b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d4674891d4c2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005e898424d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177ead0b14a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79505bfd240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b58ccb546f4c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91f73322044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F65F741-6882-4E26-AA9F-9136D91A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37A2390-19ED-4088-85B9-12411A758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E0C2AE4-B8C2-499D-847D-D347088B5C8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E213FD0-B528-4760-9B18-BC83DE28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4C9DCE-836B-40E7-948D-0CD9F721D2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750B59A-DE02-4874-BBB8-43EC3C83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A5C28B-1B31-4BC2-954F-AB1590276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928BD6C9-DFBC-438C-A474-916B40523B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ACF76C8-BE80-4DB7-B57D-BEBBCB56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0F00A7A-C7E9-490E-BB29-E4A794D64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3798BF7-D04E-40F3-AC91-C4B13C4604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EBFC0C-58F6-415D-A9FE-F73D67E9FE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D6A9E5-A0C8-4D55-91C4-C9459A86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4BD7DF-9279-459A-943E-4D00C03DE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97540B-6BB1-49D8-911F-FC70D153BE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31421a857a40f3" /><Relationship Type="http://schemas.openxmlformats.org/officeDocument/2006/relationships/slideLayout" Target="/ppt/slideLayouts/slideLayout1.xml" Id="R9d99611be8fa488a" /><Relationship Type="http://schemas.openxmlformats.org/officeDocument/2006/relationships/slideLayout" Target="/ppt/slideLayouts/slideLayout2.xml" Id="Rdd0565abe9bd4086" /><Relationship Type="http://schemas.openxmlformats.org/officeDocument/2006/relationships/slideLayout" Target="/ppt/slideLayouts/slideLayout3.xml" Id="Rbb200af294104df1" /><Relationship Type="http://schemas.openxmlformats.org/officeDocument/2006/relationships/slideLayout" Target="/ppt/slideLayouts/slideLayout4.xml" Id="Rc3777e5f1cd84eef" /><Relationship Type="http://schemas.openxmlformats.org/officeDocument/2006/relationships/slideLayout" Target="/ppt/slideLayouts/slideLayout5.xml" Id="Ra9d54d8fe9e24d69" /><Relationship Type="http://schemas.openxmlformats.org/officeDocument/2006/relationships/slideLayout" Target="/ppt/slideLayouts/slideLayout6.xml" Id="Ra0bfbd95877b49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99611be8fa488a"/>
    <p:sldLayoutId xmlns:r="http://schemas.openxmlformats.org/officeDocument/2006/relationships" id="2147483650" r:id="Rdd0565abe9bd4086"/>
    <p:sldLayoutId xmlns:r="http://schemas.openxmlformats.org/officeDocument/2006/relationships" id="2147483651" r:id="Rbb200af294104df1"/>
    <p:sldLayoutId xmlns:r="http://schemas.openxmlformats.org/officeDocument/2006/relationships" id="2147483652" r:id="Rc3777e5f1cd84eef"/>
    <p:sldLayoutId xmlns:r="http://schemas.openxmlformats.org/officeDocument/2006/relationships" id="2147483653" r:id="Ra9d54d8fe9e24d69"/>
    <p:sldLayoutId xmlns:r="http://schemas.openxmlformats.org/officeDocument/2006/relationships" id="2147483654" r:id="Ra0bfbd95877b49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f6916d9f5474f" /><Relationship Type="http://schemas.openxmlformats.org/officeDocument/2006/relationships/notesSlide" Target="/ppt/notesSlides/notesSlide1.xml" Id="R9b7b55c5acad46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c96d75f1548b2" /><Relationship Type="http://schemas.openxmlformats.org/officeDocument/2006/relationships/notesSlide" Target="/ppt/notesSlides/notesSlide2.xml" Id="Rf1f6b14ab4d54e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630908dcc48e4" /><Relationship Type="http://schemas.openxmlformats.org/officeDocument/2006/relationships/notesSlide" Target="/ppt/notesSlides/notesSlide3.xml" Id="R2233acce68654b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DF736-111B-43C5-91C5-A1474EF5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Personal Portfolio: desktop wireframe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3F84D-9938-4EE7-A721-902B4DF1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About   Skills   Projects   Experience   Education   Contact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3AE2E-733D-462E-96CC-F64F9427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6953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Ephraim Zymann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Engineer &amp; Aspiring Software Developer</a:t>
            </a:r>
          </a:p>
          <a:p xmlns:a="http://schemas.openxmlformats.org/drawingml/2006/main">
            <a:pPr algn="ctr">
              <a:defRPr sz="15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Short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0E7A1-A810-4A6B-9322-DDCFE6E9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19325"/>
            <a:ext cx="6953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ABOUT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Professional background and current studies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0BB79-F3B1-4778-9D4D-FF2CA0E5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2266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Software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1B76A-E682-42E3-B8A7-2BF3E906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2266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Programming and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0B75E-5270-4025-BAE5-435013BB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19400"/>
            <a:ext cx="2266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A4E3E-3A84-48AC-9DC3-F333579B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695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21942-4790-4C9F-AD6F-E29603A6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438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Inventory Management System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 · Summary · Technologies ·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A3DB8-1449-452C-947A-255578EB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19500"/>
            <a:ext cx="3438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Asset Tracking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 · Summary · Technologies ·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EB81C-54CD-4FAD-BB3A-6DBBC963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3438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Modern CV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 · Summary · Technologies ·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4EBD2-F5C4-46C9-B2B2-506269B5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248150"/>
            <a:ext cx="3438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NordicBrew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 · Summary · Technologies ·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74637-D01A-44D9-B9E6-A0F3EF6B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43475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8FC88-7837-45C1-8C4E-86B3BD3A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EDUCATION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58595-016B-45A4-A18A-54A021B0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695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CONTACT: Email and 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C074CD-819E-444B-9ECC-02BCFA10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695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© 2026 Ephraim Zymann    Back to 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D95081-E610-4DFD-8F6D-0F753C1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43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One scrolling page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42CC6-B32E-4993-BE04-45E37AD4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43075"/>
            <a:ext cx="3714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Navigation jumps to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Skills use three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Projects use two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Each project includes a screenshot and links. Live demos appear where available.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BF8F4-1144-4B2B-9DF7-E51FB9E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197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55555"/>
                </a:solidFill>
                <a:latin typeface="Bitstream Charter"/>
                <a:ea typeface="Bitstream Charter"/>
                <a:cs typeface="Bitstream Charter"/>
              </a:rPr>
              <a:t>Schematic layout. Section heights expand with content.</a:t>
            </a:r>
          </a:p>
        </p:txBody>
      </p:sp>
    </p:spTree>
    <p:extLst>
      <p:ext uri="{BB962C8B-B14F-4D97-AF65-F5344CB8AC3E}">
        <p14:creationId xmlns:p14="http://schemas.microsoft.com/office/powerpoint/2010/main" val="258674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60C5A-E8BB-4C86-AC90-D197798B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Personal Portfolio: tablet wireframe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65806-E059-40ED-BAE2-26D3D8B1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14400"/>
            <a:ext cx="523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About   Skills   Projects</a:t>
            </a:r>
          </a:p>
          <a:p xmlns:a="http://schemas.openxmlformats.org/drawingml/2006/main">
            <a:pPr algn="ctr">
              <a:defRPr sz="142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Experience   Education   Contact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A3CC1-BFA9-4BF2-AF34-8DA59D01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85900"/>
            <a:ext cx="523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Ephraim Zymann</a:t>
            </a:r>
          </a:p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Title and short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8C73E-9B62-48AB-836E-B5E60EF4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523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ABOUT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4837E-002B-4639-9D51-B6FF6CFB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2581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Software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02E91-DA3C-4FE9-AC8C-2CCF9F05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28900"/>
            <a:ext cx="2581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Programming and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F11D0-E463-42DD-B0C7-636B0A65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523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8FDDC-4DFD-4195-8256-3CD5F480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76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PROJECTS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5D62E-6143-4DF4-AA93-BFF6C0F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2581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Inventory Management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Image, summary and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586A-843C-4AEC-88F1-58720E6A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81425"/>
            <a:ext cx="2581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Asset Tracking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Image, summary and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9C68E-D0A1-4B66-8A99-EDCE7F0B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52925"/>
            <a:ext cx="2581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Modern CV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Image, summary and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E7AA1-4F12-4E58-BC4C-45DA36FE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52925"/>
            <a:ext cx="25812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NordicBrew</a:t>
            </a:r>
          </a:p>
          <a:p xmlns:a="http://schemas.openxmlformats.org/drawingml/2006/main">
            <a:pPr algn="ctr"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Image, summary and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DE52F-DE88-4BE0-B1FC-1F00F1D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523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44CDB-B592-4397-B06A-E687C4BA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0200"/>
            <a:ext cx="523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EDUCATION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14194-CA03-4ABD-AD3F-31D7E18E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9775"/>
            <a:ext cx="5238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CONTACT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7270E-1CFF-4764-B4A9-86AAE24B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29350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Copyright and back to 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E1248-B849-4FAD-8156-3A7E8576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143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Room to 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4FCD2D-84C5-442B-8A0C-98B6CD69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45720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Navigation wraps when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Skills use two columns, with the final group across the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Project cards remain in two columns while space allows.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Spacing reduces gradually on narrower screens.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7558B-35E9-431B-898B-32177B42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6959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555555"/>
                </a:solidFill>
                <a:latin typeface="Bitstream Charter"/>
                <a:ea typeface="Bitstream Charter"/>
                <a:cs typeface="Bitstream Charter"/>
              </a:rPr>
              <a:t>Proposed layout. We will choose breakpoints by testing the content.</a:t>
            </a:r>
          </a:p>
        </p:txBody>
      </p:sp>
    </p:spTree>
    <p:extLst>
      <p:ext uri="{BB962C8B-B14F-4D97-AF65-F5344CB8AC3E}">
        <p14:creationId xmlns:p14="http://schemas.microsoft.com/office/powerpoint/2010/main" val="467321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723FBB-D602-4994-83C6-AEE0CC7F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Personal Portfolio: mobile wireframe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B4B46-B436-4546-BE76-90E0614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4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Top of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895B3-7BB6-4B91-903F-F0180DA3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84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Continued below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98A76-5928-4FD9-9847-4FAB2A42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About   Skills   Projects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Experience   Education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Contact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F3ECD-AB8C-406B-8FF7-22FE1801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Ephraim Zymann</a:t>
            </a:r>
          </a:p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Professional title</a:t>
            </a:r>
          </a:p>
          <a:p xmlns:a="http://schemas.openxmlformats.org/drawingml/2006/main">
            <a:pPr algn="ctr">
              <a:def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Short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1DB0B6-9976-49B0-A561-E8FDF2DE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3143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ABOUT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Professional 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403C0-CBB6-4E7F-B43D-07157CAD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14325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SKILLS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Software development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CADED-4C0B-4DBB-8AA4-104189EF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Programming and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E2E58-25E0-4B81-A984-33ED20CB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8225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Engineering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62593-447E-4781-A792-3ACB131C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314325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PROJECTS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Inventory Management System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Screenshot, summary and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232F-BF6A-43AF-A80F-6D05B5F6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2001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Asset Tracking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Screenshot, summary and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8AA09-2E15-4019-9F42-997BFC28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0955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Modern CV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Screenshot, summary and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036109-7CEF-43FD-9A5E-9854A4B6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908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NordicBrew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Screenshot, summary and links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F44F7-1EC0-4267-8B98-51DDC7F0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862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EXPERIENCE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00E95-A350-451F-936A-0827F69B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720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EDUCATION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7A792-164C-4E4B-9473-7A8BA7F5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57800"/>
            <a:ext cx="314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AEE"/>
          </a:solidFill>
          <a:ln xmlns:a="http://schemas.openxmlformats.org/drawingml/2006/main" w="9525">
            <a:solidFill>
              <a:srgbClr val="BBC2C0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CONTACT</a:t>
            </a:r>
          </a:p>
          <a:p xmlns:a="http://schemas.openxmlformats.org/drawingml/2006/main">
            <a:pPr algn="ctr">
              <a:def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Email and GitHub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14BA9-A7C2-4F85-BA08-52C1408E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00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Copyright and back to top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88EE4-A5E4-45B4-B0A4-DA0251D4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00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245A46"/>
                </a:solidFill>
                <a:latin typeface="Bitstream Charter"/>
                <a:ea typeface="Bitstream Charter"/>
                <a:cs typeface="Bitstream Charter"/>
              </a:rPr>
              <a:t>One column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9768A-CA59-4DD0-9813-B7BF0A24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28800"/>
            <a:ext cx="3714750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Skills and project cards stack vertically.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Navigation remains visible and wraps onto several 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Images fit the card width.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222222"/>
                </a:solidFill>
                <a:latin typeface="Bitstream Charter"/>
                <a:ea typeface="Bitstream Charter"/>
                <a:cs typeface="Bitstream Charter"/>
              </a:rPr>
              <a:t>The two strips show different parts of the same scrolling page.</a:t>
            </a:r>
          </a:p>
        </p:txBody>
      </p:sp>
    </p:spTree>
    <p:extLst>
      <p:ext uri="{BB962C8B-B14F-4D97-AF65-F5344CB8AC3E}">
        <p14:creationId xmlns:p14="http://schemas.microsoft.com/office/powerpoint/2010/main" val="1397038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2026-10-07T14:13:08.6290000Z</dcterms:created>
  <dcterms:modified xsi:type="dcterms:W3CDTF">2026-10-07T14:13:08.6290000Z</dcterms:modified>
</coreProperties>
</file>